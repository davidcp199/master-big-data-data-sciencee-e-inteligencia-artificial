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Nunito"/>
      <p:regular r:id="rId9"/>
      <p:bold r:id="rId10"/>
      <p:italic r:id="rId11"/>
      <p:boldItalic r:id="rId12"/>
    </p:embeddedFont>
    <p:embeddedFont>
      <p:font typeface="Maven Pro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AUXst6k3rBk5c0yv59FSkBffW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italic.fntdata"/><Relationship Id="rId10" Type="http://schemas.openxmlformats.org/officeDocument/2006/relationships/font" Target="fonts/Nunito-bold.fntdata"/><Relationship Id="rId13" Type="http://schemas.openxmlformats.org/officeDocument/2006/relationships/font" Target="fonts/MavenPro-regular.fntdata"/><Relationship Id="rId12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Nunito-regular.fntdata"/><Relationship Id="rId15" Type="http://customschemas.google.com/relationships/presentationmetadata" Target="metadata"/><Relationship Id="rId14" Type="http://schemas.openxmlformats.org/officeDocument/2006/relationships/font" Target="fonts/MavenPr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491f571337_2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491f571337_2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491f571337_2_2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g3491f571337_2_701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5" name="Google Shape;15;g3491f571337_2_701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6" name="Google Shape;16;g3491f571337_2_701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g3491f571337_2_701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g3491f571337_2_701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9" name="Google Shape;19;g3491f571337_2_701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g3491f571337_2_701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g3491f571337_2_701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" name="Google Shape;22;g3491f571337_2_701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3" name="Google Shape;23;g3491f571337_2_701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g3491f571337_2_701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491f571337_2_701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g3491f571337_2_701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g3491f571337_2_701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8" name="Google Shape;28;g3491f571337_2_701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g3491f571337_2_701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g3491f571337_2_701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g3491f571337_2_701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g3491f571337_2_701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g3491f571337_2_701"/>
          <p:cNvGrpSpPr/>
          <p:nvPr/>
        </p:nvGrpSpPr>
        <p:grpSpPr>
          <a:xfrm>
            <a:off x="6724502" y="0"/>
            <a:ext cx="5085303" cy="5118675"/>
            <a:chOff x="5043503" y="0"/>
            <a:chExt cx="3814072" cy="3839102"/>
          </a:xfrm>
        </p:grpSpPr>
        <p:sp>
          <p:nvSpPr>
            <p:cNvPr id="34" name="Google Shape;34;g3491f571337_2_701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491f571337_2_701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" name="Google Shape;36;g3491f571337_2_701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7" name="Google Shape;37;g3491f571337_2_701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g3491f571337_2_701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g3491f571337_2_701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g3491f571337_2_701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" name="Google Shape;41;g3491f571337_2_701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2" name="Google Shape;42;g3491f571337_2_701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g3491f571337_2_701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" name="Google Shape;44;g3491f571337_2_701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491f571337_2_701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491f571337_2_701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g3491f571337_2_701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491f571337_2_701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491f571337_2_701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g3491f571337_2_701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3491f571337_2_701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g3491f571337_2_70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g3491f571337_2_741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55" name="Google Shape;55;g3491f571337_2_741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6" name="Google Shape;56;g3491f571337_2_741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g3491f571337_2_741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g3491f571337_2_741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9" name="Google Shape;59;g3491f571337_2_741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g3491f571337_2_741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g3491f571337_2_741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g3491f571337_2_741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3" name="Google Shape;63;g3491f571337_2_741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g3491f571337_2_741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g3491f571337_2_741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g3491f571337_2_741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7" name="Google Shape;67;g3491f571337_2_741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68" name="Google Shape;68;g3491f571337_2_741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9" name="Google Shape;69;g3491f571337_2_741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g3491f571337_2_741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g3491f571337_2_741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2" name="Google Shape;72;g3491f571337_2_741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g3491f571337_2_741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g3491f571337_2_741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g3491f571337_2_741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6" name="Google Shape;76;g3491f571337_2_741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g3491f571337_2_741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g3491f571337_2_741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g3491f571337_2_741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" name="Google Shape;80;g3491f571337_2_741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1" name="Google Shape;81;g3491f571337_2_741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g3491f571337_2_741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g3491f571337_2_741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g3491f571337_2_741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g3491f571337_2_741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6" name="Google Shape;86;g3491f571337_2_741"/>
          <p:cNvSpPr txBox="1"/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g3491f571337_2_74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g3491f571337_2_77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0" name="Google Shape;90;g3491f571337_2_77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491f571337_2_77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g3491f571337_2_776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g3491f571337_2_776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4" name="Google Shape;94;g3491f571337_2_77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g3491f571337_2_783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7" name="Google Shape;97;g3491f571337_2_78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g3491f571337_2_78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g3491f571337_2_783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g3491f571337_2_783"/>
          <p:cNvSpPr txBox="1"/>
          <p:nvPr>
            <p:ph idx="1" type="body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1" name="Google Shape;101;g3491f571337_2_783"/>
          <p:cNvSpPr txBox="1"/>
          <p:nvPr>
            <p:ph idx="2" type="body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2" name="Google Shape;102;g3491f571337_2_78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g3491f571337_2_791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5" name="Google Shape;105;g3491f571337_2_79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491f571337_2_79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g3491f571337_2_791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g3491f571337_2_79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3491f571337_2_79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11" name="Google Shape;111;g3491f571337_2_79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491f571337_2_79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g3491f571337_2_797"/>
          <p:cNvSpPr txBox="1"/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4" name="Google Shape;114;g3491f571337_2_797"/>
          <p:cNvSpPr txBox="1"/>
          <p:nvPr>
            <p:ph idx="1" type="body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5" name="Google Shape;115;g3491f571337_2_79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g3491f571337_2_804"/>
          <p:cNvGrpSpPr/>
          <p:nvPr/>
        </p:nvGrpSpPr>
        <p:grpSpPr>
          <a:xfrm>
            <a:off x="9155392" y="1742"/>
            <a:ext cx="3023192" cy="3468833"/>
            <a:chOff x="6790514" y="1306"/>
            <a:chExt cx="2267451" cy="2601690"/>
          </a:xfrm>
        </p:grpSpPr>
        <p:grpSp>
          <p:nvGrpSpPr>
            <p:cNvPr id="118" name="Google Shape;118;g3491f571337_2_804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9" name="Google Shape;119;g3491f571337_2_804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g3491f571337_2_804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g3491f571337_2_804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g3491f571337_2_804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23" name="Google Shape;123;g3491f571337_2_804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g3491f571337_2_804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g3491f571337_2_804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g3491f571337_2_804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7" name="Google Shape;127;g3491f571337_2_804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g3491f571337_2_804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9" name="Google Shape;129;g3491f571337_2_804"/>
          <p:cNvSpPr txBox="1"/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g3491f571337_2_80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g3491f571337_2_81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3" name="Google Shape;133;g3491f571337_2_81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g3491f571337_2_81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g3491f571337_2_819"/>
          <p:cNvSpPr txBox="1"/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6" name="Google Shape;136;g3491f571337_2_819"/>
          <p:cNvSpPr txBox="1"/>
          <p:nvPr>
            <p:ph idx="1" type="subTitle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7" name="Google Shape;137;g3491f571337_2_819"/>
          <p:cNvSpPr txBox="1"/>
          <p:nvPr>
            <p:ph idx="2" type="body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8" name="Google Shape;138;g3491f571337_2_81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g3491f571337_2_827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41" name="Google Shape;141;g3491f571337_2_82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g3491f571337_2_82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g3491f571337_2_827"/>
          <p:cNvSpPr txBox="1"/>
          <p:nvPr>
            <p:ph idx="1" type="body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44" name="Google Shape;144;g3491f571337_2_82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g3491f571337_2_833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47" name="Google Shape;147;g3491f571337_2_833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8" name="Google Shape;148;g3491f571337_2_83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g3491f571337_2_83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g3491f571337_2_83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491f571337_2_83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" name="Google Shape;152;g3491f571337_2_833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3" name="Google Shape;153;g3491f571337_2_83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g3491f571337_2_83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g3491f571337_2_83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g3491f571337_2_833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g3491f571337_2_83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g3491f571337_2_833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9" name="Google Shape;159;g3491f571337_2_83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g3491f571337_2_833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g3491f571337_2_83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g3491f571337_2_83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g3491f571337_2_833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4" name="Google Shape;164;g3491f571337_2_833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g3491f571337_2_833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g3491f571337_2_833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g3491f571337_2_833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8" name="Google Shape;168;g3491f571337_2_833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g3491f571337_2_833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g3491f571337_2_833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491f571337_2_833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491f571337_2_833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g3491f571337_2_833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4" name="Google Shape;174;g3491f571337_2_833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3491f571337_2_833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491f571337_2_833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491f571337_2_833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g3491f571337_2_833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9" name="Google Shape;179;g3491f571337_2_833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g3491f571337_2_833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491f571337_2_833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g3491f571337_2_833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3" name="Google Shape;183;g3491f571337_2_833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491f571337_2_833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491f571337_2_833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g3491f571337_2_833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g3491f571337_2_833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g3491f571337_2_833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9" name="Google Shape;189;g3491f571337_2_833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g3491f571337_2_833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g3491f571337_2_833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g3491f571337_2_833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" name="Google Shape;193;g3491f571337_2_833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4" name="Google Shape;194;g3491f571337_2_833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g3491f571337_2_833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491f571337_2_833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g3491f571337_2_833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g3491f571337_2_833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9" name="Google Shape;199;g3491f571337_2_833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g3491f571337_2_833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g3491f571337_2_833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g3491f571337_2_833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3" name="Google Shape;203;g3491f571337_2_833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g3491f571337_2_833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g3491f571337_2_833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g3491f571337_2_833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7" name="Google Shape;207;g3491f571337_2_833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8" name="Google Shape;208;g3491f571337_2_833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g3491f571337_2_833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491f571337_2_833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g3491f571337_2_833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" name="Google Shape;212;g3491f571337_2_833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3" name="Google Shape;213;g3491f571337_2_833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g3491f571337_2_833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g3491f571337_2_833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g3491f571337_2_833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491f571337_2_833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" name="Google Shape;218;g3491f571337_2_833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9" name="Google Shape;219;g3491f571337_2_833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g3491f571337_2_833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g3491f571337_2_833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g3491f571337_2_833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g3491f571337_2_833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4" name="Google Shape;224;g3491f571337_2_833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g3491f571337_2_833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491f571337_2_833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" name="Google Shape;227;g3491f571337_2_833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8" name="Google Shape;228;g3491f571337_2_833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g3491f571337_2_833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491f571337_2_833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491f571337_2_833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g3491f571337_2_833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3" name="Google Shape;233;g3491f571337_2_833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g3491f571337_2_833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491f571337_2_833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491f571337_2_833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491f571337_2_833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" name="Google Shape;238;g3491f571337_2_833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9" name="Google Shape;239;g3491f571337_2_833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g3491f571337_2_833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491f571337_2_833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g3491f571337_2_833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g3491f571337_2_833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4" name="Google Shape;244;g3491f571337_2_833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3491f571337_2_833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g3491f571337_2_833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g3491f571337_2_833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8" name="Google Shape;248;g3491f571337_2_833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g3491f571337_2_833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g3491f571337_2_833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g3491f571337_2_833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3491f571337_2_833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g3491f571337_2_833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4" name="Google Shape;254;g3491f571337_2_833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g3491f571337_2_833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3491f571337_2_833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491f571337_2_833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g3491f571337_2_833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9" name="Google Shape;259;g3491f571337_2_833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g3491f571337_2_833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g3491f571337_2_833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g3491f571337_2_833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g3491f571337_2_833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4" name="Google Shape;264;g3491f571337_2_833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3491f571337_2_833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g3491f571337_2_833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" name="Google Shape;267;g3491f571337_2_833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8" name="Google Shape;268;g3491f571337_2_833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g3491f571337_2_833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g3491f571337_2_833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g3491f571337_2_833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2" name="Google Shape;272;g3491f571337_2_833"/>
          <p:cNvSpPr txBox="1"/>
          <p:nvPr>
            <p:ph hasCustomPrompt="1" type="title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g3491f571337_2_833"/>
          <p:cNvSpPr txBox="1"/>
          <p:nvPr>
            <p:ph idx="1" type="body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g3491f571337_2_83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491f571337_2_96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91f571337_2_9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9" name="Google Shape;279;g3491f571337_2_96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80" name="Google Shape;280;g3491f571337_2_96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g3491f571337_2_96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g3491f571337_2_9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descr="Airbus Amber " id="283" name="Google Shape;283;g3491f571337_2_965"/>
          <p:cNvSpPr txBox="1"/>
          <p:nvPr/>
        </p:nvSpPr>
        <p:spPr>
          <a:xfrm>
            <a:off x="0" y="0"/>
            <a:ext cx="1219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" u="none">
                <a:solidFill>
                  <a:srgbClr val="E29218"/>
                </a:solidFill>
                <a:latin typeface="arial"/>
                <a:ea typeface="arial"/>
                <a:cs typeface="arial"/>
                <a:sym typeface="arial"/>
              </a:rPr>
              <a:t>Airbus Amber </a:t>
            </a:r>
            <a:endParaRPr/>
          </a:p>
        </p:txBody>
      </p:sp>
      <p:sp>
        <p:nvSpPr>
          <p:cNvPr descr="Airbus Amber " id="284" name="Google Shape;284;g3491f571337_2_965"/>
          <p:cNvSpPr txBox="1"/>
          <p:nvPr/>
        </p:nvSpPr>
        <p:spPr>
          <a:xfrm>
            <a:off x="0" y="6545580"/>
            <a:ext cx="1219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" u="none">
                <a:solidFill>
                  <a:srgbClr val="E29218"/>
                </a:solidFill>
                <a:latin typeface="arial"/>
                <a:ea typeface="arial"/>
                <a:cs typeface="arial"/>
                <a:sym typeface="arial"/>
              </a:rPr>
              <a:t>Airbus Amber 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91f571337_2_69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1" name="Google Shape;11;g3491f571337_2_69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g3491f571337_2_69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7061" y="4240511"/>
            <a:ext cx="1944357" cy="227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7411" y="1846447"/>
            <a:ext cx="2286319" cy="1638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3734" y="4165496"/>
            <a:ext cx="2172003" cy="2457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2999" y="4537022"/>
            <a:ext cx="2143424" cy="17147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4" name="Google Shape;294;p1"/>
          <p:cNvGrpSpPr/>
          <p:nvPr/>
        </p:nvGrpSpPr>
        <p:grpSpPr>
          <a:xfrm>
            <a:off x="4351170" y="1739262"/>
            <a:ext cx="2553056" cy="1873250"/>
            <a:chOff x="-1229594" y="-1402683"/>
            <a:chExt cx="2553056" cy="2050383"/>
          </a:xfrm>
        </p:grpSpPr>
        <p:pic>
          <p:nvPicPr>
            <p:cNvPr id="295" name="Google Shape;295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1229594" y="-1402683"/>
              <a:ext cx="2553056" cy="20503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1"/>
            <p:cNvSpPr txBox="1"/>
            <p:nvPr/>
          </p:nvSpPr>
          <p:spPr>
            <a:xfrm>
              <a:off x="-1060952" y="278368"/>
              <a:ext cx="8894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Artistas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1"/>
          <p:cNvSpPr txBox="1"/>
          <p:nvPr/>
        </p:nvSpPr>
        <p:spPr>
          <a:xfrm>
            <a:off x="3881994" y="5646904"/>
            <a:ext cx="5688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endParaRPr/>
          </a:p>
        </p:txBody>
      </p:sp>
      <p:cxnSp>
        <p:nvCxnSpPr>
          <p:cNvPr id="298" name="Google Shape;298;p1"/>
          <p:cNvCxnSpPr>
            <a:stCxn id="292" idx="3"/>
            <a:endCxn id="290" idx="1"/>
          </p:cNvCxnSpPr>
          <p:nvPr/>
        </p:nvCxnSpPr>
        <p:spPr>
          <a:xfrm flipH="1" rot="10800000">
            <a:off x="3685737" y="5376393"/>
            <a:ext cx="961200" cy="1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9" name="Google Shape;299;p1"/>
          <p:cNvSpPr txBox="1"/>
          <p:nvPr/>
        </p:nvSpPr>
        <p:spPr>
          <a:xfrm>
            <a:off x="5794635" y="3741845"/>
            <a:ext cx="8356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</a:t>
            </a:r>
            <a:endParaRPr/>
          </a:p>
        </p:txBody>
      </p:sp>
      <p:sp>
        <p:nvSpPr>
          <p:cNvPr id="300" name="Google Shape;300;p1"/>
          <p:cNvSpPr txBox="1"/>
          <p:nvPr/>
        </p:nvSpPr>
        <p:spPr>
          <a:xfrm>
            <a:off x="7239035" y="4635637"/>
            <a:ext cx="7374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Asiste</a:t>
            </a:r>
            <a:endParaRPr/>
          </a:p>
        </p:txBody>
      </p:sp>
      <p:grpSp>
        <p:nvGrpSpPr>
          <p:cNvPr id="301" name="Google Shape;301;p1"/>
          <p:cNvGrpSpPr/>
          <p:nvPr/>
        </p:nvGrpSpPr>
        <p:grpSpPr>
          <a:xfrm>
            <a:off x="6904111" y="1750681"/>
            <a:ext cx="1533300" cy="1621015"/>
            <a:chOff x="6904111" y="1750681"/>
            <a:chExt cx="1533300" cy="1621015"/>
          </a:xfrm>
        </p:grpSpPr>
        <p:sp>
          <p:nvSpPr>
            <p:cNvPr id="302" name="Google Shape;302;p1"/>
            <p:cNvSpPr txBox="1"/>
            <p:nvPr/>
          </p:nvSpPr>
          <p:spPr>
            <a:xfrm>
              <a:off x="7454288" y="1750681"/>
              <a:ext cx="5453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N:N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"/>
            <p:cNvSpPr txBox="1"/>
            <p:nvPr/>
          </p:nvSpPr>
          <p:spPr>
            <a:xfrm>
              <a:off x="7239035" y="3002364"/>
              <a:ext cx="100206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Participa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4" name="Google Shape;304;p1"/>
            <p:cNvCxnSpPr>
              <a:stCxn id="291" idx="1"/>
              <a:endCxn id="295" idx="3"/>
            </p:cNvCxnSpPr>
            <p:nvPr/>
          </p:nvCxnSpPr>
          <p:spPr>
            <a:xfrm flipH="1">
              <a:off x="6904111" y="2665712"/>
              <a:ext cx="1533300" cy="10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05" name="Google Shape;305;p1"/>
            <p:cNvSpPr/>
            <p:nvPr/>
          </p:nvSpPr>
          <p:spPr>
            <a:xfrm>
              <a:off x="7239035" y="2187859"/>
              <a:ext cx="1002068" cy="88900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ID_Artista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ID_Actividad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6" name="Google Shape;306;p1"/>
          <p:cNvCxnSpPr>
            <a:stCxn id="295" idx="2"/>
            <a:endCxn id="290" idx="0"/>
          </p:cNvCxnSpPr>
          <p:nvPr/>
        </p:nvCxnSpPr>
        <p:spPr>
          <a:xfrm flipH="1">
            <a:off x="5619298" y="3612512"/>
            <a:ext cx="8400" cy="627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07" name="Google Shape;307;p1"/>
          <p:cNvGrpSpPr/>
          <p:nvPr/>
        </p:nvGrpSpPr>
        <p:grpSpPr>
          <a:xfrm>
            <a:off x="6591419" y="4406339"/>
            <a:ext cx="2171581" cy="1432555"/>
            <a:chOff x="6923011" y="2023257"/>
            <a:chExt cx="2171581" cy="1432555"/>
          </a:xfrm>
        </p:grpSpPr>
        <p:sp>
          <p:nvSpPr>
            <p:cNvPr id="308" name="Google Shape;308;p1"/>
            <p:cNvSpPr txBox="1"/>
            <p:nvPr/>
          </p:nvSpPr>
          <p:spPr>
            <a:xfrm>
              <a:off x="7635566" y="2023257"/>
              <a:ext cx="5453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N:N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9" name="Google Shape;309;p1"/>
            <p:cNvCxnSpPr/>
            <p:nvPr/>
          </p:nvCxnSpPr>
          <p:spPr>
            <a:xfrm rot="10800000">
              <a:off x="6923011" y="3017012"/>
              <a:ext cx="2171581" cy="771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10" name="Google Shape;310;p1"/>
            <p:cNvSpPr/>
            <p:nvPr/>
          </p:nvSpPr>
          <p:spPr>
            <a:xfrm>
              <a:off x="7418518" y="2566808"/>
              <a:ext cx="1180566" cy="88900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ID_Asistente FK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ID_Evento FK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Valoracion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"/>
          <p:cNvSpPr/>
          <p:nvPr/>
        </p:nvSpPr>
        <p:spPr>
          <a:xfrm>
            <a:off x="4862284" y="1843315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/>
          </a:p>
        </p:txBody>
      </p:sp>
      <p:sp>
        <p:nvSpPr>
          <p:cNvPr id="316" name="Google Shape;316;p2"/>
          <p:cNvSpPr/>
          <p:nvPr/>
        </p:nvSpPr>
        <p:spPr>
          <a:xfrm>
            <a:off x="4862284" y="3087915"/>
            <a:ext cx="1422400" cy="754743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</a:t>
            </a:r>
            <a:endParaRPr/>
          </a:p>
        </p:txBody>
      </p:sp>
      <p:sp>
        <p:nvSpPr>
          <p:cNvPr id="317" name="Google Shape;317;p2"/>
          <p:cNvSpPr/>
          <p:nvPr/>
        </p:nvSpPr>
        <p:spPr>
          <a:xfrm>
            <a:off x="4862284" y="4361544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endParaRPr/>
          </a:p>
        </p:txBody>
      </p:sp>
      <p:cxnSp>
        <p:nvCxnSpPr>
          <p:cNvPr id="318" name="Google Shape;318;p2"/>
          <p:cNvCxnSpPr>
            <a:stCxn id="317" idx="0"/>
            <a:endCxn id="315" idx="2"/>
          </p:cNvCxnSpPr>
          <p:nvPr/>
        </p:nvCxnSpPr>
        <p:spPr>
          <a:xfrm rot="10800000">
            <a:off x="5573484" y="2485644"/>
            <a:ext cx="0" cy="1875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9" name="Google Shape;319;p2"/>
          <p:cNvSpPr txBox="1"/>
          <p:nvPr/>
        </p:nvSpPr>
        <p:spPr>
          <a:xfrm>
            <a:off x="5760812" y="2558927"/>
            <a:ext cx="670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(1, 1)</a:t>
            </a:r>
            <a:endParaRPr/>
          </a:p>
        </p:txBody>
      </p:sp>
      <p:sp>
        <p:nvSpPr>
          <p:cNvPr id="320" name="Google Shape;320;p2"/>
          <p:cNvSpPr txBox="1"/>
          <p:nvPr/>
        </p:nvSpPr>
        <p:spPr>
          <a:xfrm>
            <a:off x="5760812" y="3940628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21" name="Google Shape;321;p2"/>
          <p:cNvSpPr/>
          <p:nvPr/>
        </p:nvSpPr>
        <p:spPr>
          <a:xfrm>
            <a:off x="878112" y="4393418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Ubicación</a:t>
            </a:r>
            <a:endParaRPr/>
          </a:p>
        </p:txBody>
      </p:sp>
      <p:cxnSp>
        <p:nvCxnSpPr>
          <p:cNvPr id="322" name="Google Shape;322;p2"/>
          <p:cNvCxnSpPr>
            <a:stCxn id="317" idx="1"/>
          </p:cNvCxnSpPr>
          <p:nvPr/>
        </p:nvCxnSpPr>
        <p:spPr>
          <a:xfrm rot="10800000">
            <a:off x="2336884" y="4682673"/>
            <a:ext cx="252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3" name="Google Shape;323;p2"/>
          <p:cNvSpPr txBox="1"/>
          <p:nvPr/>
        </p:nvSpPr>
        <p:spPr>
          <a:xfrm>
            <a:off x="6293448" y="3217121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24" name="Google Shape;324;p2"/>
          <p:cNvSpPr txBox="1"/>
          <p:nvPr/>
        </p:nvSpPr>
        <p:spPr>
          <a:xfrm>
            <a:off x="2238519" y="4286766"/>
            <a:ext cx="670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(1, 1)</a:t>
            </a:r>
            <a:endParaRPr/>
          </a:p>
        </p:txBody>
      </p:sp>
      <p:sp>
        <p:nvSpPr>
          <p:cNvPr id="325" name="Google Shape;325;p2"/>
          <p:cNvSpPr txBox="1"/>
          <p:nvPr/>
        </p:nvSpPr>
        <p:spPr>
          <a:xfrm>
            <a:off x="4216089" y="4746955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N)</a:t>
            </a:r>
            <a:endParaRPr/>
          </a:p>
        </p:txBody>
      </p:sp>
      <p:sp>
        <p:nvSpPr>
          <p:cNvPr id="326" name="Google Shape;326;p2"/>
          <p:cNvSpPr txBox="1"/>
          <p:nvPr/>
        </p:nvSpPr>
        <p:spPr>
          <a:xfrm>
            <a:off x="3228508" y="3918466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27" name="Google Shape;327;p2"/>
          <p:cNvSpPr/>
          <p:nvPr/>
        </p:nvSpPr>
        <p:spPr>
          <a:xfrm>
            <a:off x="2870198" y="4309960"/>
            <a:ext cx="1422400" cy="754743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endParaRPr/>
          </a:p>
        </p:txBody>
      </p:sp>
      <p:sp>
        <p:nvSpPr>
          <p:cNvPr id="328" name="Google Shape;328;p2"/>
          <p:cNvSpPr/>
          <p:nvPr/>
        </p:nvSpPr>
        <p:spPr>
          <a:xfrm>
            <a:off x="8829223" y="4356102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Asistente</a:t>
            </a:r>
            <a:endParaRPr/>
          </a:p>
        </p:txBody>
      </p:sp>
      <p:cxnSp>
        <p:nvCxnSpPr>
          <p:cNvPr id="329" name="Google Shape;329;p2"/>
          <p:cNvCxnSpPr>
            <a:stCxn id="317" idx="3"/>
            <a:endCxn id="328" idx="1"/>
          </p:cNvCxnSpPr>
          <p:nvPr/>
        </p:nvCxnSpPr>
        <p:spPr>
          <a:xfrm flipH="1" rot="10800000">
            <a:off x="6284684" y="4677273"/>
            <a:ext cx="2544600" cy="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0" name="Google Shape;330;p2"/>
          <p:cNvSpPr/>
          <p:nvPr/>
        </p:nvSpPr>
        <p:spPr>
          <a:xfrm>
            <a:off x="6854370" y="4295446"/>
            <a:ext cx="1422400" cy="754743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Asiste</a:t>
            </a:r>
            <a:endParaRPr/>
          </a:p>
        </p:txBody>
      </p:sp>
      <p:sp>
        <p:nvSpPr>
          <p:cNvPr id="331" name="Google Shape;331;p2"/>
          <p:cNvSpPr txBox="1"/>
          <p:nvPr/>
        </p:nvSpPr>
        <p:spPr>
          <a:xfrm>
            <a:off x="6245532" y="4807074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32" name="Google Shape;332;p2"/>
          <p:cNvSpPr txBox="1"/>
          <p:nvPr/>
        </p:nvSpPr>
        <p:spPr>
          <a:xfrm>
            <a:off x="8182408" y="4103132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N)</a:t>
            </a:r>
            <a:endParaRPr/>
          </a:p>
        </p:txBody>
      </p:sp>
      <p:sp>
        <p:nvSpPr>
          <p:cNvPr id="333" name="Google Shape;333;p2"/>
          <p:cNvSpPr txBox="1"/>
          <p:nvPr/>
        </p:nvSpPr>
        <p:spPr>
          <a:xfrm>
            <a:off x="7292645" y="3922878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(N, N)</a:t>
            </a:r>
            <a:endParaRPr/>
          </a:p>
        </p:txBody>
      </p:sp>
      <p:sp>
        <p:nvSpPr>
          <p:cNvPr id="334" name="Google Shape;334;p2"/>
          <p:cNvSpPr/>
          <p:nvPr/>
        </p:nvSpPr>
        <p:spPr>
          <a:xfrm>
            <a:off x="8829223" y="1798352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Artista</a:t>
            </a:r>
            <a:endParaRPr/>
          </a:p>
        </p:txBody>
      </p:sp>
      <p:cxnSp>
        <p:nvCxnSpPr>
          <p:cNvPr id="335" name="Google Shape;335;p2"/>
          <p:cNvCxnSpPr/>
          <p:nvPr/>
        </p:nvCxnSpPr>
        <p:spPr>
          <a:xfrm flipH="1" rot="10800000">
            <a:off x="6293448" y="2114038"/>
            <a:ext cx="2544539" cy="5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6" name="Google Shape;336;p2"/>
          <p:cNvSpPr/>
          <p:nvPr/>
        </p:nvSpPr>
        <p:spPr>
          <a:xfrm>
            <a:off x="6841053" y="1753385"/>
            <a:ext cx="1422400" cy="754743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Participa</a:t>
            </a:r>
            <a:endParaRPr/>
          </a:p>
        </p:txBody>
      </p:sp>
      <p:sp>
        <p:nvSpPr>
          <p:cNvPr id="337" name="Google Shape;337;p2"/>
          <p:cNvSpPr txBox="1"/>
          <p:nvPr/>
        </p:nvSpPr>
        <p:spPr>
          <a:xfrm>
            <a:off x="6224980" y="2230932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N)</a:t>
            </a:r>
            <a:endParaRPr/>
          </a:p>
        </p:txBody>
      </p:sp>
      <p:sp>
        <p:nvSpPr>
          <p:cNvPr id="338" name="Google Shape;338;p2"/>
          <p:cNvSpPr txBox="1"/>
          <p:nvPr/>
        </p:nvSpPr>
        <p:spPr>
          <a:xfrm>
            <a:off x="8135551" y="1586863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39" name="Google Shape;339;p2"/>
          <p:cNvSpPr txBox="1"/>
          <p:nvPr/>
        </p:nvSpPr>
        <p:spPr>
          <a:xfrm>
            <a:off x="7185005" y="1281670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(N, N)</a:t>
            </a:r>
            <a:endParaRPr/>
          </a:p>
        </p:txBody>
      </p:sp>
      <p:sp>
        <p:nvSpPr>
          <p:cNvPr id="340" name="Google Shape;340;p2"/>
          <p:cNvSpPr txBox="1"/>
          <p:nvPr/>
        </p:nvSpPr>
        <p:spPr>
          <a:xfrm>
            <a:off x="3419025" y="855704"/>
            <a:ext cx="174714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PK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Coste (Derivado)</a:t>
            </a:r>
            <a:endParaRPr/>
          </a:p>
        </p:txBody>
      </p:sp>
      <p:sp>
        <p:nvSpPr>
          <p:cNvPr id="341" name="Google Shape;341;p2"/>
          <p:cNvSpPr txBox="1"/>
          <p:nvPr/>
        </p:nvSpPr>
        <p:spPr>
          <a:xfrm>
            <a:off x="9938336" y="536782"/>
            <a:ext cx="124604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PK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Biografia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"/>
          <p:cNvSpPr txBox="1"/>
          <p:nvPr/>
        </p:nvSpPr>
        <p:spPr>
          <a:xfrm>
            <a:off x="4882623" y="5093234"/>
            <a:ext cx="15485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PK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Ubicación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Precio Entrada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 y hora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"/>
          <p:cNvSpPr txBox="1"/>
          <p:nvPr/>
        </p:nvSpPr>
        <p:spPr>
          <a:xfrm>
            <a:off x="10388741" y="4169904"/>
            <a:ext cx="221400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Completo PK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Telefonos MV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/>
          </a:p>
        </p:txBody>
      </p:sp>
      <p:sp>
        <p:nvSpPr>
          <p:cNvPr id="344" name="Google Shape;344;p2"/>
          <p:cNvSpPr txBox="1"/>
          <p:nvPr/>
        </p:nvSpPr>
        <p:spPr>
          <a:xfrm>
            <a:off x="7096509" y="5114665"/>
            <a:ext cx="164173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ID_Asistente FK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ID_Evento FK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Valoracion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"/>
          <p:cNvSpPr txBox="1"/>
          <p:nvPr/>
        </p:nvSpPr>
        <p:spPr>
          <a:xfrm>
            <a:off x="6550939" y="569856"/>
            <a:ext cx="19358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ID_Artista (FK)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ID_Actividad (FK)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"/>
          <p:cNvSpPr/>
          <p:nvPr/>
        </p:nvSpPr>
        <p:spPr>
          <a:xfrm>
            <a:off x="4862284" y="1843315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/>
          </a:p>
        </p:txBody>
      </p:sp>
      <p:sp>
        <p:nvSpPr>
          <p:cNvPr id="352" name="Google Shape;352;p3"/>
          <p:cNvSpPr/>
          <p:nvPr/>
        </p:nvSpPr>
        <p:spPr>
          <a:xfrm>
            <a:off x="4862284" y="3087915"/>
            <a:ext cx="1422400" cy="754743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</a:t>
            </a:r>
            <a:endParaRPr/>
          </a:p>
        </p:txBody>
      </p:sp>
      <p:sp>
        <p:nvSpPr>
          <p:cNvPr id="353" name="Google Shape;353;p3"/>
          <p:cNvSpPr/>
          <p:nvPr/>
        </p:nvSpPr>
        <p:spPr>
          <a:xfrm>
            <a:off x="4862284" y="4361544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endParaRPr/>
          </a:p>
        </p:txBody>
      </p:sp>
      <p:cxnSp>
        <p:nvCxnSpPr>
          <p:cNvPr id="354" name="Google Shape;354;p3"/>
          <p:cNvCxnSpPr>
            <a:stCxn id="353" idx="0"/>
            <a:endCxn id="351" idx="2"/>
          </p:cNvCxnSpPr>
          <p:nvPr/>
        </p:nvCxnSpPr>
        <p:spPr>
          <a:xfrm rot="10800000">
            <a:off x="5573484" y="2485644"/>
            <a:ext cx="0" cy="1875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5" name="Google Shape;355;p3"/>
          <p:cNvSpPr txBox="1"/>
          <p:nvPr/>
        </p:nvSpPr>
        <p:spPr>
          <a:xfrm>
            <a:off x="5760812" y="2558927"/>
            <a:ext cx="670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(1, 1)</a:t>
            </a:r>
            <a:endParaRPr/>
          </a:p>
        </p:txBody>
      </p:sp>
      <p:sp>
        <p:nvSpPr>
          <p:cNvPr id="356" name="Google Shape;356;p3"/>
          <p:cNvSpPr txBox="1"/>
          <p:nvPr/>
        </p:nvSpPr>
        <p:spPr>
          <a:xfrm>
            <a:off x="5760812" y="3940628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57" name="Google Shape;357;p3"/>
          <p:cNvSpPr/>
          <p:nvPr/>
        </p:nvSpPr>
        <p:spPr>
          <a:xfrm>
            <a:off x="878112" y="4364843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Ubicación</a:t>
            </a:r>
            <a:endParaRPr/>
          </a:p>
        </p:txBody>
      </p:sp>
      <p:cxnSp>
        <p:nvCxnSpPr>
          <p:cNvPr id="358" name="Google Shape;358;p3"/>
          <p:cNvCxnSpPr>
            <a:stCxn id="353" idx="1"/>
            <a:endCxn id="357" idx="3"/>
          </p:cNvCxnSpPr>
          <p:nvPr/>
        </p:nvCxnSpPr>
        <p:spPr>
          <a:xfrm flipH="1">
            <a:off x="2300584" y="4682673"/>
            <a:ext cx="2561700" cy="3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9" name="Google Shape;359;p3"/>
          <p:cNvSpPr txBox="1"/>
          <p:nvPr/>
        </p:nvSpPr>
        <p:spPr>
          <a:xfrm>
            <a:off x="6293448" y="3217121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60" name="Google Shape;360;p3"/>
          <p:cNvSpPr txBox="1"/>
          <p:nvPr/>
        </p:nvSpPr>
        <p:spPr>
          <a:xfrm>
            <a:off x="2238519" y="4286766"/>
            <a:ext cx="6703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(1, 1)</a:t>
            </a:r>
            <a:endParaRPr/>
          </a:p>
        </p:txBody>
      </p:sp>
      <p:sp>
        <p:nvSpPr>
          <p:cNvPr id="361" name="Google Shape;361;p3"/>
          <p:cNvSpPr txBox="1"/>
          <p:nvPr/>
        </p:nvSpPr>
        <p:spPr>
          <a:xfrm>
            <a:off x="4216089" y="4746955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N)</a:t>
            </a:r>
            <a:endParaRPr/>
          </a:p>
        </p:txBody>
      </p:sp>
      <p:sp>
        <p:nvSpPr>
          <p:cNvPr id="362" name="Google Shape;362;p3"/>
          <p:cNvSpPr txBox="1"/>
          <p:nvPr/>
        </p:nvSpPr>
        <p:spPr>
          <a:xfrm>
            <a:off x="3228508" y="3918466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63" name="Google Shape;363;p3"/>
          <p:cNvSpPr/>
          <p:nvPr/>
        </p:nvSpPr>
        <p:spPr>
          <a:xfrm>
            <a:off x="2870198" y="4309960"/>
            <a:ext cx="1422400" cy="754743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endParaRPr/>
          </a:p>
        </p:txBody>
      </p:sp>
      <p:sp>
        <p:nvSpPr>
          <p:cNvPr id="364" name="Google Shape;364;p3"/>
          <p:cNvSpPr/>
          <p:nvPr/>
        </p:nvSpPr>
        <p:spPr>
          <a:xfrm>
            <a:off x="8829223" y="4356102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Asistente</a:t>
            </a:r>
            <a:endParaRPr/>
          </a:p>
        </p:txBody>
      </p:sp>
      <p:cxnSp>
        <p:nvCxnSpPr>
          <p:cNvPr id="365" name="Google Shape;365;p3"/>
          <p:cNvCxnSpPr>
            <a:stCxn id="353" idx="3"/>
            <a:endCxn id="364" idx="1"/>
          </p:cNvCxnSpPr>
          <p:nvPr/>
        </p:nvCxnSpPr>
        <p:spPr>
          <a:xfrm flipH="1" rot="10800000">
            <a:off x="6284684" y="4677273"/>
            <a:ext cx="2544600" cy="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6" name="Google Shape;366;p3"/>
          <p:cNvSpPr/>
          <p:nvPr/>
        </p:nvSpPr>
        <p:spPr>
          <a:xfrm>
            <a:off x="6854370" y="4295446"/>
            <a:ext cx="1422400" cy="754743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Asiste</a:t>
            </a:r>
            <a:endParaRPr/>
          </a:p>
        </p:txBody>
      </p:sp>
      <p:sp>
        <p:nvSpPr>
          <p:cNvPr id="367" name="Google Shape;367;p3"/>
          <p:cNvSpPr txBox="1"/>
          <p:nvPr/>
        </p:nvSpPr>
        <p:spPr>
          <a:xfrm>
            <a:off x="6245532" y="4807074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68" name="Google Shape;368;p3"/>
          <p:cNvSpPr txBox="1"/>
          <p:nvPr/>
        </p:nvSpPr>
        <p:spPr>
          <a:xfrm>
            <a:off x="8182408" y="4103132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N)</a:t>
            </a:r>
            <a:endParaRPr/>
          </a:p>
        </p:txBody>
      </p:sp>
      <p:sp>
        <p:nvSpPr>
          <p:cNvPr id="369" name="Google Shape;369;p3"/>
          <p:cNvSpPr txBox="1"/>
          <p:nvPr/>
        </p:nvSpPr>
        <p:spPr>
          <a:xfrm>
            <a:off x="7292645" y="3922878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(N, N)</a:t>
            </a:r>
            <a:endParaRPr/>
          </a:p>
        </p:txBody>
      </p:sp>
      <p:sp>
        <p:nvSpPr>
          <p:cNvPr id="370" name="Google Shape;370;p3"/>
          <p:cNvSpPr/>
          <p:nvPr/>
        </p:nvSpPr>
        <p:spPr>
          <a:xfrm>
            <a:off x="8829223" y="1798352"/>
            <a:ext cx="1422400" cy="6422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Artista</a:t>
            </a:r>
            <a:endParaRPr/>
          </a:p>
        </p:txBody>
      </p:sp>
      <p:cxnSp>
        <p:nvCxnSpPr>
          <p:cNvPr id="371" name="Google Shape;371;p3"/>
          <p:cNvCxnSpPr/>
          <p:nvPr/>
        </p:nvCxnSpPr>
        <p:spPr>
          <a:xfrm flipH="1" rot="10800000">
            <a:off x="6293448" y="2114038"/>
            <a:ext cx="2544539" cy="5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2" name="Google Shape;372;p3"/>
          <p:cNvSpPr/>
          <p:nvPr/>
        </p:nvSpPr>
        <p:spPr>
          <a:xfrm>
            <a:off x="6841053" y="1753385"/>
            <a:ext cx="1422400" cy="754743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Participa</a:t>
            </a:r>
            <a:endParaRPr/>
          </a:p>
        </p:txBody>
      </p:sp>
      <p:sp>
        <p:nvSpPr>
          <p:cNvPr id="373" name="Google Shape;373;p3"/>
          <p:cNvSpPr txBox="1"/>
          <p:nvPr/>
        </p:nvSpPr>
        <p:spPr>
          <a:xfrm>
            <a:off x="6224980" y="2230932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N)</a:t>
            </a:r>
            <a:endParaRPr/>
          </a:p>
        </p:txBody>
      </p:sp>
      <p:sp>
        <p:nvSpPr>
          <p:cNvPr id="374" name="Google Shape;374;p3"/>
          <p:cNvSpPr txBox="1"/>
          <p:nvPr/>
        </p:nvSpPr>
        <p:spPr>
          <a:xfrm>
            <a:off x="8135551" y="1586863"/>
            <a:ext cx="702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375" name="Google Shape;375;p3"/>
          <p:cNvSpPr txBox="1"/>
          <p:nvPr/>
        </p:nvSpPr>
        <p:spPr>
          <a:xfrm>
            <a:off x="7185005" y="1281670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(N, N)</a:t>
            </a:r>
            <a:endParaRPr/>
          </a:p>
        </p:txBody>
      </p:sp>
      <p:sp>
        <p:nvSpPr>
          <p:cNvPr id="376" name="Google Shape;376;p3"/>
          <p:cNvSpPr/>
          <p:nvPr/>
        </p:nvSpPr>
        <p:spPr>
          <a:xfrm>
            <a:off x="-272380" y="3191808"/>
            <a:ext cx="1047568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NombreU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"/>
          <p:cNvSpPr/>
          <p:nvPr/>
        </p:nvSpPr>
        <p:spPr>
          <a:xfrm>
            <a:off x="-597802" y="3645759"/>
            <a:ext cx="971700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Direccion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"/>
          <p:cNvSpPr/>
          <p:nvPr/>
        </p:nvSpPr>
        <p:spPr>
          <a:xfrm>
            <a:off x="-780898" y="4099710"/>
            <a:ext cx="971700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Ciudad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Pueblo</a:t>
            </a:r>
            <a:endParaRPr/>
          </a:p>
        </p:txBody>
      </p:sp>
      <p:sp>
        <p:nvSpPr>
          <p:cNvPr id="379" name="Google Shape;379;p3"/>
          <p:cNvSpPr/>
          <p:nvPr/>
        </p:nvSpPr>
        <p:spPr>
          <a:xfrm>
            <a:off x="-827891" y="4579245"/>
            <a:ext cx="971700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Aforo</a:t>
            </a:r>
            <a:endParaRPr/>
          </a:p>
        </p:txBody>
      </p:sp>
      <p:sp>
        <p:nvSpPr>
          <p:cNvPr id="380" name="Google Shape;380;p3"/>
          <p:cNvSpPr/>
          <p:nvPr/>
        </p:nvSpPr>
        <p:spPr>
          <a:xfrm>
            <a:off x="-646078" y="5080711"/>
            <a:ext cx="971700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Precio Alquiler</a:t>
            </a:r>
            <a:endParaRPr/>
          </a:p>
        </p:txBody>
      </p:sp>
      <p:sp>
        <p:nvSpPr>
          <p:cNvPr id="381" name="Google Shape;381;p3"/>
          <p:cNvSpPr/>
          <p:nvPr/>
        </p:nvSpPr>
        <p:spPr>
          <a:xfrm>
            <a:off x="-224667" y="5534662"/>
            <a:ext cx="1110212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Caracteristicas</a:t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"/>
          <p:cNvSpPr/>
          <p:nvPr/>
        </p:nvSpPr>
        <p:spPr>
          <a:xfrm>
            <a:off x="2939506" y="1341565"/>
            <a:ext cx="1259663" cy="565181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ID_Actividad</a:t>
            </a:r>
            <a:endParaRPr sz="105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"/>
          <p:cNvSpPr/>
          <p:nvPr/>
        </p:nvSpPr>
        <p:spPr>
          <a:xfrm>
            <a:off x="3439126" y="697364"/>
            <a:ext cx="1128181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NombreAc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"/>
          <p:cNvSpPr/>
          <p:nvPr/>
        </p:nvSpPr>
        <p:spPr>
          <a:xfrm>
            <a:off x="4534124" y="368678"/>
            <a:ext cx="908050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endParaRPr/>
          </a:p>
        </p:txBody>
      </p:sp>
      <p:sp>
        <p:nvSpPr>
          <p:cNvPr id="385" name="Google Shape;385;p3"/>
          <p:cNvSpPr/>
          <p:nvPr/>
        </p:nvSpPr>
        <p:spPr>
          <a:xfrm>
            <a:off x="5573484" y="353268"/>
            <a:ext cx="908050" cy="52705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rgbClr val="31538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Coste</a:t>
            </a:r>
            <a:endParaRPr/>
          </a:p>
        </p:txBody>
      </p:sp>
      <p:sp>
        <p:nvSpPr>
          <p:cNvPr id="386" name="Google Shape;386;p3"/>
          <p:cNvSpPr/>
          <p:nvPr/>
        </p:nvSpPr>
        <p:spPr>
          <a:xfrm>
            <a:off x="9636974" y="522847"/>
            <a:ext cx="1128181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NombreAr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p3"/>
          <p:cNvGrpSpPr/>
          <p:nvPr/>
        </p:nvGrpSpPr>
        <p:grpSpPr>
          <a:xfrm>
            <a:off x="10912982" y="1656112"/>
            <a:ext cx="1220568" cy="535588"/>
            <a:chOff x="9335699" y="1076442"/>
            <a:chExt cx="1028725" cy="601588"/>
          </a:xfrm>
        </p:grpSpPr>
        <p:sp>
          <p:nvSpPr>
            <p:cNvPr id="388" name="Google Shape;388;p3"/>
            <p:cNvSpPr/>
            <p:nvPr/>
          </p:nvSpPr>
          <p:spPr>
            <a:xfrm>
              <a:off x="9391803" y="1113010"/>
              <a:ext cx="908050" cy="52705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CachePorActividad</a:t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9335699" y="1076442"/>
              <a:ext cx="1028725" cy="601588"/>
            </a:xfrm>
            <a:prstGeom prst="ellipse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3"/>
          <p:cNvSpPr/>
          <p:nvPr/>
        </p:nvSpPr>
        <p:spPr>
          <a:xfrm>
            <a:off x="10597485" y="963501"/>
            <a:ext cx="908050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Biografia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"/>
          <p:cNvSpPr/>
          <p:nvPr/>
        </p:nvSpPr>
        <p:spPr>
          <a:xfrm>
            <a:off x="7774631" y="5119463"/>
            <a:ext cx="1110213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Valoracion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"/>
          <p:cNvSpPr/>
          <p:nvPr/>
        </p:nvSpPr>
        <p:spPr>
          <a:xfrm>
            <a:off x="10024940" y="3344103"/>
            <a:ext cx="1259663" cy="565181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ID_Asistente</a:t>
            </a:r>
            <a:endParaRPr sz="105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"/>
          <p:cNvSpPr/>
          <p:nvPr/>
        </p:nvSpPr>
        <p:spPr>
          <a:xfrm>
            <a:off x="10455238" y="4626760"/>
            <a:ext cx="1658729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NombreCompletoAs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4" name="Google Shape;394;p3"/>
          <p:cNvGrpSpPr/>
          <p:nvPr/>
        </p:nvGrpSpPr>
        <p:grpSpPr>
          <a:xfrm>
            <a:off x="10569800" y="5299900"/>
            <a:ext cx="1314284" cy="693226"/>
            <a:chOff x="9332313" y="1074311"/>
            <a:chExt cx="1028725" cy="601588"/>
          </a:xfrm>
        </p:grpSpPr>
        <p:sp>
          <p:nvSpPr>
            <p:cNvPr id="395" name="Google Shape;395;p3"/>
            <p:cNvSpPr/>
            <p:nvPr/>
          </p:nvSpPr>
          <p:spPr>
            <a:xfrm>
              <a:off x="9391803" y="1113010"/>
              <a:ext cx="908050" cy="52705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Telefonos</a:t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9332313" y="1074311"/>
              <a:ext cx="1028725" cy="601588"/>
            </a:xfrm>
            <a:prstGeom prst="ellipse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" name="Google Shape;397;p3"/>
          <p:cNvSpPr/>
          <p:nvPr/>
        </p:nvSpPr>
        <p:spPr>
          <a:xfrm>
            <a:off x="10654597" y="4004853"/>
            <a:ext cx="908050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/>
          </a:p>
        </p:txBody>
      </p:sp>
      <p:sp>
        <p:nvSpPr>
          <p:cNvPr id="398" name="Google Shape;398;p3"/>
          <p:cNvSpPr/>
          <p:nvPr/>
        </p:nvSpPr>
        <p:spPr>
          <a:xfrm>
            <a:off x="3166787" y="5599951"/>
            <a:ext cx="1259663" cy="565181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ID_Evento</a:t>
            </a:r>
            <a:endParaRPr sz="105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"/>
          <p:cNvSpPr/>
          <p:nvPr/>
        </p:nvSpPr>
        <p:spPr>
          <a:xfrm>
            <a:off x="3534271" y="6022707"/>
            <a:ext cx="1128181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NombreE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"/>
          <p:cNvSpPr/>
          <p:nvPr/>
        </p:nvSpPr>
        <p:spPr>
          <a:xfrm>
            <a:off x="3888319" y="6385271"/>
            <a:ext cx="1357976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PrecioEntrada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"/>
          <p:cNvSpPr/>
          <p:nvPr/>
        </p:nvSpPr>
        <p:spPr>
          <a:xfrm>
            <a:off x="4862284" y="6594475"/>
            <a:ext cx="1168855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endParaRPr/>
          </a:p>
        </p:txBody>
      </p:sp>
      <p:sp>
        <p:nvSpPr>
          <p:cNvPr id="402" name="Google Shape;402;p3"/>
          <p:cNvSpPr/>
          <p:nvPr/>
        </p:nvSpPr>
        <p:spPr>
          <a:xfrm>
            <a:off x="5709020" y="6448754"/>
            <a:ext cx="1168855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Hora</a:t>
            </a:r>
            <a:endParaRPr/>
          </a:p>
        </p:txBody>
      </p:sp>
      <p:sp>
        <p:nvSpPr>
          <p:cNvPr id="403" name="Google Shape;403;p3"/>
          <p:cNvSpPr/>
          <p:nvPr/>
        </p:nvSpPr>
        <p:spPr>
          <a:xfrm>
            <a:off x="6382268" y="6172261"/>
            <a:ext cx="1168855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Descripcion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"/>
          <p:cNvSpPr/>
          <p:nvPr/>
        </p:nvSpPr>
        <p:spPr>
          <a:xfrm>
            <a:off x="8412242" y="419844"/>
            <a:ext cx="1128181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ID_Artista</a:t>
            </a:r>
            <a:endParaRPr sz="105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"/>
          <p:cNvSpPr/>
          <p:nvPr/>
        </p:nvSpPr>
        <p:spPr>
          <a:xfrm>
            <a:off x="389700" y="2875890"/>
            <a:ext cx="1047568" cy="52705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ID_Ubicacion</a:t>
            </a:r>
            <a:endParaRPr sz="8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"/>
          <p:cNvSpPr/>
          <p:nvPr/>
        </p:nvSpPr>
        <p:spPr>
          <a:xfrm>
            <a:off x="6780177" y="5811155"/>
            <a:ext cx="1168855" cy="52705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ID_Ubicacion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3"/>
          <p:cNvCxnSpPr>
            <a:stCxn id="405" idx="4"/>
          </p:cNvCxnSpPr>
          <p:nvPr/>
        </p:nvCxnSpPr>
        <p:spPr>
          <a:xfrm>
            <a:off x="913484" y="3402940"/>
            <a:ext cx="306900" cy="100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8" name="Google Shape;408;p3"/>
          <p:cNvCxnSpPr/>
          <p:nvPr/>
        </p:nvCxnSpPr>
        <p:spPr>
          <a:xfrm>
            <a:off x="529165" y="3678406"/>
            <a:ext cx="466923" cy="69518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9" name="Google Shape;409;p3"/>
          <p:cNvCxnSpPr>
            <a:stCxn id="377" idx="5"/>
          </p:cNvCxnSpPr>
          <p:nvPr/>
        </p:nvCxnSpPr>
        <p:spPr>
          <a:xfrm>
            <a:off x="231596" y="4095624"/>
            <a:ext cx="640200" cy="384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3"/>
          <p:cNvCxnSpPr>
            <a:stCxn id="378" idx="6"/>
          </p:cNvCxnSpPr>
          <p:nvPr/>
        </p:nvCxnSpPr>
        <p:spPr>
          <a:xfrm>
            <a:off x="190802" y="4363235"/>
            <a:ext cx="833400" cy="26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1" name="Google Shape;411;p3"/>
          <p:cNvCxnSpPr>
            <a:stCxn id="379" idx="6"/>
          </p:cNvCxnSpPr>
          <p:nvPr/>
        </p:nvCxnSpPr>
        <p:spPr>
          <a:xfrm flipH="1" rot="10800000">
            <a:off x="143809" y="4785170"/>
            <a:ext cx="1032600" cy="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2" name="Google Shape;412;p3"/>
          <p:cNvCxnSpPr>
            <a:stCxn id="380" idx="6"/>
          </p:cNvCxnSpPr>
          <p:nvPr/>
        </p:nvCxnSpPr>
        <p:spPr>
          <a:xfrm flipH="1" rot="10800000">
            <a:off x="325622" y="4908636"/>
            <a:ext cx="734400" cy="43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3" name="Google Shape;413;p3"/>
          <p:cNvCxnSpPr/>
          <p:nvPr/>
        </p:nvCxnSpPr>
        <p:spPr>
          <a:xfrm flipH="1" rot="10800000">
            <a:off x="499956" y="4998360"/>
            <a:ext cx="632100" cy="59457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4" name="Google Shape;414;p3"/>
          <p:cNvCxnSpPr/>
          <p:nvPr/>
        </p:nvCxnSpPr>
        <p:spPr>
          <a:xfrm>
            <a:off x="4098361" y="1729070"/>
            <a:ext cx="751302" cy="32339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5" name="Google Shape;415;p3"/>
          <p:cNvCxnSpPr>
            <a:stCxn id="383" idx="5"/>
          </p:cNvCxnSpPr>
          <p:nvPr/>
        </p:nvCxnSpPr>
        <p:spPr>
          <a:xfrm>
            <a:off x="4402089" y="1147229"/>
            <a:ext cx="731100" cy="858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6" name="Google Shape;416;p3"/>
          <p:cNvCxnSpPr>
            <a:stCxn id="384" idx="4"/>
          </p:cNvCxnSpPr>
          <p:nvPr/>
        </p:nvCxnSpPr>
        <p:spPr>
          <a:xfrm>
            <a:off x="4988149" y="895728"/>
            <a:ext cx="257700" cy="104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7" name="Google Shape;417;p3"/>
          <p:cNvCxnSpPr>
            <a:endCxn id="351" idx="0"/>
          </p:cNvCxnSpPr>
          <p:nvPr/>
        </p:nvCxnSpPr>
        <p:spPr>
          <a:xfrm flipH="1">
            <a:off x="5573484" y="719815"/>
            <a:ext cx="347100" cy="112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8" name="Google Shape;418;p3"/>
          <p:cNvCxnSpPr/>
          <p:nvPr/>
        </p:nvCxnSpPr>
        <p:spPr>
          <a:xfrm>
            <a:off x="9021868" y="941339"/>
            <a:ext cx="318982" cy="8301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9" name="Google Shape;419;p3"/>
          <p:cNvCxnSpPr/>
          <p:nvPr/>
        </p:nvCxnSpPr>
        <p:spPr>
          <a:xfrm flipH="1">
            <a:off x="9728200" y="1049897"/>
            <a:ext cx="366422" cy="79341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0" name="Google Shape;420;p3"/>
          <p:cNvCxnSpPr>
            <a:stCxn id="390" idx="3"/>
          </p:cNvCxnSpPr>
          <p:nvPr/>
        </p:nvCxnSpPr>
        <p:spPr>
          <a:xfrm flipH="1">
            <a:off x="10020366" y="1413366"/>
            <a:ext cx="710100" cy="590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1" name="Google Shape;421;p3"/>
          <p:cNvCxnSpPr>
            <a:stCxn id="389" idx="2"/>
            <a:endCxn id="370" idx="3"/>
          </p:cNvCxnSpPr>
          <p:nvPr/>
        </p:nvCxnSpPr>
        <p:spPr>
          <a:xfrm flipH="1">
            <a:off x="10251482" y="1923906"/>
            <a:ext cx="661500" cy="19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2" name="Google Shape;422;p3"/>
          <p:cNvCxnSpPr/>
          <p:nvPr/>
        </p:nvCxnSpPr>
        <p:spPr>
          <a:xfrm flipH="1">
            <a:off x="9991171" y="3860806"/>
            <a:ext cx="314362" cy="49529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3" name="Google Shape;423;p3"/>
          <p:cNvCxnSpPr>
            <a:stCxn id="397" idx="3"/>
            <a:endCxn id="364" idx="3"/>
          </p:cNvCxnSpPr>
          <p:nvPr/>
        </p:nvCxnSpPr>
        <p:spPr>
          <a:xfrm flipH="1">
            <a:off x="10251478" y="4454718"/>
            <a:ext cx="536100" cy="22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4" name="Google Shape;424;p3"/>
          <p:cNvCxnSpPr>
            <a:stCxn id="393" idx="2"/>
          </p:cNvCxnSpPr>
          <p:nvPr/>
        </p:nvCxnSpPr>
        <p:spPr>
          <a:xfrm rot="10800000">
            <a:off x="10025038" y="4862985"/>
            <a:ext cx="430200" cy="27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5" name="Google Shape;425;p3"/>
          <p:cNvCxnSpPr/>
          <p:nvPr/>
        </p:nvCxnSpPr>
        <p:spPr>
          <a:xfrm>
            <a:off x="7919501" y="4876655"/>
            <a:ext cx="243781" cy="24976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6" name="Google Shape;426;p3"/>
          <p:cNvCxnSpPr>
            <a:endCxn id="396" idx="1"/>
          </p:cNvCxnSpPr>
          <p:nvPr/>
        </p:nvCxnSpPr>
        <p:spPr>
          <a:xfrm>
            <a:off x="9991272" y="4973021"/>
            <a:ext cx="771000" cy="428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7" name="Google Shape;427;p3"/>
          <p:cNvCxnSpPr>
            <a:endCxn id="398" idx="7"/>
          </p:cNvCxnSpPr>
          <p:nvPr/>
        </p:nvCxnSpPr>
        <p:spPr>
          <a:xfrm flipH="1">
            <a:off x="4241977" y="4991820"/>
            <a:ext cx="875100" cy="69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8" name="Google Shape;428;p3"/>
          <p:cNvCxnSpPr>
            <a:endCxn id="399" idx="7"/>
          </p:cNvCxnSpPr>
          <p:nvPr/>
        </p:nvCxnSpPr>
        <p:spPr>
          <a:xfrm flipH="1">
            <a:off x="4497234" y="5006992"/>
            <a:ext cx="719400" cy="1092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9" name="Google Shape;429;p3"/>
          <p:cNvCxnSpPr/>
          <p:nvPr/>
        </p:nvCxnSpPr>
        <p:spPr>
          <a:xfrm flipH="1">
            <a:off x="4856974" y="4991740"/>
            <a:ext cx="494464" cy="139353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0" name="Google Shape;430;p3"/>
          <p:cNvCxnSpPr>
            <a:stCxn id="353" idx="2"/>
            <a:endCxn id="401" idx="0"/>
          </p:cNvCxnSpPr>
          <p:nvPr/>
        </p:nvCxnSpPr>
        <p:spPr>
          <a:xfrm flipH="1">
            <a:off x="5446584" y="5003801"/>
            <a:ext cx="126900" cy="159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1" name="Google Shape;431;p3"/>
          <p:cNvCxnSpPr/>
          <p:nvPr/>
        </p:nvCxnSpPr>
        <p:spPr>
          <a:xfrm>
            <a:off x="5727309" y="4946775"/>
            <a:ext cx="353030" cy="150197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2" name="Google Shape;432;p3"/>
          <p:cNvCxnSpPr>
            <a:endCxn id="403" idx="1"/>
          </p:cNvCxnSpPr>
          <p:nvPr/>
        </p:nvCxnSpPr>
        <p:spPr>
          <a:xfrm>
            <a:off x="5945643" y="4998446"/>
            <a:ext cx="607800" cy="1251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3" name="Google Shape;433;p3"/>
          <p:cNvCxnSpPr>
            <a:endCxn id="406" idx="1"/>
          </p:cNvCxnSpPr>
          <p:nvPr/>
        </p:nvCxnSpPr>
        <p:spPr>
          <a:xfrm>
            <a:off x="6142552" y="4973040"/>
            <a:ext cx="808800" cy="915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491f571337_2_205"/>
          <p:cNvSpPr/>
          <p:nvPr/>
        </p:nvSpPr>
        <p:spPr>
          <a:xfrm>
            <a:off x="5505315" y="1599868"/>
            <a:ext cx="1199700" cy="615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/>
          </a:p>
        </p:txBody>
      </p:sp>
      <p:sp>
        <p:nvSpPr>
          <p:cNvPr id="440" name="Google Shape;440;g3491f571337_2_205"/>
          <p:cNvSpPr/>
          <p:nvPr/>
        </p:nvSpPr>
        <p:spPr>
          <a:xfrm>
            <a:off x="5505315" y="2792992"/>
            <a:ext cx="1199995" cy="723527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</a:t>
            </a:r>
            <a:endParaRPr/>
          </a:p>
        </p:txBody>
      </p:sp>
      <p:sp>
        <p:nvSpPr>
          <p:cNvPr id="441" name="Google Shape;441;g3491f571337_2_205"/>
          <p:cNvSpPr/>
          <p:nvPr/>
        </p:nvSpPr>
        <p:spPr>
          <a:xfrm>
            <a:off x="5505315" y="4013943"/>
            <a:ext cx="1199700" cy="615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Evento</a:t>
            </a:r>
            <a:endParaRPr/>
          </a:p>
        </p:txBody>
      </p:sp>
      <p:cxnSp>
        <p:nvCxnSpPr>
          <p:cNvPr id="442" name="Google Shape;442;g3491f571337_2_205"/>
          <p:cNvCxnSpPr>
            <a:stCxn id="441" idx="0"/>
            <a:endCxn id="439" idx="2"/>
          </p:cNvCxnSpPr>
          <p:nvPr/>
        </p:nvCxnSpPr>
        <p:spPr>
          <a:xfrm rot="10800000">
            <a:off x="6105165" y="2215443"/>
            <a:ext cx="0" cy="1798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3" name="Google Shape;443;g3491f571337_2_205"/>
          <p:cNvSpPr txBox="1"/>
          <p:nvPr/>
        </p:nvSpPr>
        <p:spPr>
          <a:xfrm>
            <a:off x="5380000" y="2152913"/>
            <a:ext cx="10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(1, 1)</a:t>
            </a:r>
            <a:endParaRPr/>
          </a:p>
        </p:txBody>
      </p:sp>
      <p:sp>
        <p:nvSpPr>
          <p:cNvPr id="444" name="Google Shape;444;g3491f571337_2_205"/>
          <p:cNvSpPr txBox="1"/>
          <p:nvPr/>
        </p:nvSpPr>
        <p:spPr>
          <a:xfrm>
            <a:off x="6110950" y="3686625"/>
            <a:ext cx="8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445" name="Google Shape;445;g3491f571337_2_205"/>
          <p:cNvSpPr/>
          <p:nvPr/>
        </p:nvSpPr>
        <p:spPr>
          <a:xfrm>
            <a:off x="2144104" y="4017106"/>
            <a:ext cx="1199700" cy="615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Ubicacion</a:t>
            </a:r>
            <a:endParaRPr/>
          </a:p>
        </p:txBody>
      </p:sp>
      <p:cxnSp>
        <p:nvCxnSpPr>
          <p:cNvPr id="446" name="Google Shape;446;g3491f571337_2_205"/>
          <p:cNvCxnSpPr>
            <a:stCxn id="441" idx="1"/>
            <a:endCxn id="445" idx="3"/>
          </p:cNvCxnSpPr>
          <p:nvPr/>
        </p:nvCxnSpPr>
        <p:spPr>
          <a:xfrm flipH="1">
            <a:off x="3343815" y="4321743"/>
            <a:ext cx="2161500" cy="3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7" name="Google Shape;447;g3491f571337_2_205"/>
          <p:cNvSpPr txBox="1"/>
          <p:nvPr/>
        </p:nvSpPr>
        <p:spPr>
          <a:xfrm>
            <a:off x="6712698" y="2916850"/>
            <a:ext cx="9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448" name="Google Shape;448;g3491f571337_2_205"/>
          <p:cNvSpPr txBox="1"/>
          <p:nvPr/>
        </p:nvSpPr>
        <p:spPr>
          <a:xfrm>
            <a:off x="3291801" y="3942250"/>
            <a:ext cx="9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(1, 1)</a:t>
            </a:r>
            <a:endParaRPr/>
          </a:p>
        </p:txBody>
      </p:sp>
      <p:sp>
        <p:nvSpPr>
          <p:cNvPr id="449" name="Google Shape;449;g3491f571337_2_205"/>
          <p:cNvSpPr txBox="1"/>
          <p:nvPr/>
        </p:nvSpPr>
        <p:spPr>
          <a:xfrm>
            <a:off x="4668546" y="4383425"/>
            <a:ext cx="8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N)</a:t>
            </a:r>
            <a:endParaRPr/>
          </a:p>
        </p:txBody>
      </p:sp>
      <p:sp>
        <p:nvSpPr>
          <p:cNvPr id="450" name="Google Shape;450;g3491f571337_2_205"/>
          <p:cNvSpPr txBox="1"/>
          <p:nvPr/>
        </p:nvSpPr>
        <p:spPr>
          <a:xfrm>
            <a:off x="4127004" y="3589200"/>
            <a:ext cx="9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451" name="Google Shape;451;g3491f571337_2_205"/>
          <p:cNvSpPr/>
          <p:nvPr/>
        </p:nvSpPr>
        <p:spPr>
          <a:xfrm>
            <a:off x="3824709" y="3964493"/>
            <a:ext cx="1199995" cy="723527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</a:t>
            </a:r>
            <a:r>
              <a:rPr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52" name="Google Shape;452;g3491f571337_2_205"/>
          <p:cNvSpPr/>
          <p:nvPr/>
        </p:nvSpPr>
        <p:spPr>
          <a:xfrm>
            <a:off x="8851987" y="4008726"/>
            <a:ext cx="1199700" cy="615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Asistente</a:t>
            </a:r>
            <a:endParaRPr/>
          </a:p>
        </p:txBody>
      </p:sp>
      <p:cxnSp>
        <p:nvCxnSpPr>
          <p:cNvPr id="453" name="Google Shape;453;g3491f571337_2_205"/>
          <p:cNvCxnSpPr>
            <a:stCxn id="441" idx="3"/>
            <a:endCxn id="452" idx="1"/>
          </p:cNvCxnSpPr>
          <p:nvPr/>
        </p:nvCxnSpPr>
        <p:spPr>
          <a:xfrm flipH="1" rot="10800000">
            <a:off x="6705015" y="4316643"/>
            <a:ext cx="2147100" cy="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4" name="Google Shape;454;g3491f571337_2_205"/>
          <p:cNvSpPr/>
          <p:nvPr/>
        </p:nvSpPr>
        <p:spPr>
          <a:xfrm>
            <a:off x="7185926" y="3950575"/>
            <a:ext cx="1299600" cy="723525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Asiste</a:t>
            </a:r>
            <a:endParaRPr/>
          </a:p>
        </p:txBody>
      </p:sp>
      <p:sp>
        <p:nvSpPr>
          <p:cNvPr id="455" name="Google Shape;455;g3491f571337_2_205"/>
          <p:cNvSpPr txBox="1"/>
          <p:nvPr/>
        </p:nvSpPr>
        <p:spPr>
          <a:xfrm>
            <a:off x="6672273" y="4441050"/>
            <a:ext cx="8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456" name="Google Shape;456;g3491f571337_2_205"/>
          <p:cNvSpPr txBox="1"/>
          <p:nvPr/>
        </p:nvSpPr>
        <p:spPr>
          <a:xfrm>
            <a:off x="8236908" y="3732625"/>
            <a:ext cx="9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N)</a:t>
            </a:r>
            <a:endParaRPr/>
          </a:p>
        </p:txBody>
      </p:sp>
      <p:sp>
        <p:nvSpPr>
          <p:cNvPr id="457" name="Google Shape;457;g3491f571337_2_205"/>
          <p:cNvSpPr txBox="1"/>
          <p:nvPr/>
        </p:nvSpPr>
        <p:spPr>
          <a:xfrm>
            <a:off x="7383169" y="3502525"/>
            <a:ext cx="11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(N, N)</a:t>
            </a:r>
            <a:endParaRPr/>
          </a:p>
        </p:txBody>
      </p:sp>
      <p:sp>
        <p:nvSpPr>
          <p:cNvPr id="458" name="Google Shape;458;g3491f571337_2_205"/>
          <p:cNvSpPr/>
          <p:nvPr/>
        </p:nvSpPr>
        <p:spPr>
          <a:xfrm>
            <a:off x="8851987" y="1556765"/>
            <a:ext cx="1199700" cy="615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Artista</a:t>
            </a:r>
            <a:endParaRPr/>
          </a:p>
        </p:txBody>
      </p:sp>
      <p:cxnSp>
        <p:nvCxnSpPr>
          <p:cNvPr id="459" name="Google Shape;459;g3491f571337_2_205"/>
          <p:cNvCxnSpPr/>
          <p:nvPr/>
        </p:nvCxnSpPr>
        <p:spPr>
          <a:xfrm flipH="1" rot="10800000">
            <a:off x="6712704" y="1859511"/>
            <a:ext cx="2146500" cy="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0" name="Google Shape;460;g3491f571337_2_205"/>
          <p:cNvSpPr/>
          <p:nvPr/>
        </p:nvSpPr>
        <p:spPr>
          <a:xfrm>
            <a:off x="6938374" y="1513650"/>
            <a:ext cx="1436300" cy="723525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Participa</a:t>
            </a:r>
            <a:endParaRPr/>
          </a:p>
        </p:txBody>
      </p:sp>
      <p:sp>
        <p:nvSpPr>
          <p:cNvPr id="461" name="Google Shape;461;g3491f571337_2_205"/>
          <p:cNvSpPr txBox="1"/>
          <p:nvPr/>
        </p:nvSpPr>
        <p:spPr>
          <a:xfrm>
            <a:off x="6681906" y="2005550"/>
            <a:ext cx="9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N)</a:t>
            </a:r>
            <a:endParaRPr/>
          </a:p>
        </p:txBody>
      </p:sp>
      <p:sp>
        <p:nvSpPr>
          <p:cNvPr id="462" name="Google Shape;462;g3491f571337_2_205"/>
          <p:cNvSpPr txBox="1"/>
          <p:nvPr/>
        </p:nvSpPr>
        <p:spPr>
          <a:xfrm>
            <a:off x="8277661" y="1248625"/>
            <a:ext cx="10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 N)</a:t>
            </a:r>
            <a:endParaRPr/>
          </a:p>
        </p:txBody>
      </p:sp>
      <p:sp>
        <p:nvSpPr>
          <p:cNvPr id="463" name="Google Shape;463;g3491f571337_2_205"/>
          <p:cNvSpPr txBox="1"/>
          <p:nvPr/>
        </p:nvSpPr>
        <p:spPr>
          <a:xfrm>
            <a:off x="7305204" y="1086125"/>
            <a:ext cx="12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(N, N)</a:t>
            </a:r>
            <a:endParaRPr/>
          </a:p>
        </p:txBody>
      </p:sp>
      <p:sp>
        <p:nvSpPr>
          <p:cNvPr id="464" name="Google Shape;464;g3491f571337_2_205"/>
          <p:cNvSpPr/>
          <p:nvPr/>
        </p:nvSpPr>
        <p:spPr>
          <a:xfrm>
            <a:off x="1002100" y="2843125"/>
            <a:ext cx="11184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NombreU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491f571337_2_205"/>
          <p:cNvSpPr/>
          <p:nvPr/>
        </p:nvSpPr>
        <p:spPr>
          <a:xfrm>
            <a:off x="726225" y="3327775"/>
            <a:ext cx="11184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Direccion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491f571337_2_205"/>
          <p:cNvSpPr/>
          <p:nvPr/>
        </p:nvSpPr>
        <p:spPr>
          <a:xfrm>
            <a:off x="597395" y="3797976"/>
            <a:ext cx="8199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Ciudad</a:t>
            </a:r>
            <a:endParaRPr sz="1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Pueblo</a:t>
            </a:r>
            <a:endParaRPr sz="1000"/>
          </a:p>
        </p:txBody>
      </p:sp>
      <p:sp>
        <p:nvSpPr>
          <p:cNvPr id="467" name="Google Shape;467;g3491f571337_2_205"/>
          <p:cNvSpPr/>
          <p:nvPr/>
        </p:nvSpPr>
        <p:spPr>
          <a:xfrm>
            <a:off x="597400" y="4222640"/>
            <a:ext cx="8199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Aforo</a:t>
            </a:r>
            <a:endParaRPr sz="1500"/>
          </a:p>
        </p:txBody>
      </p:sp>
      <p:sp>
        <p:nvSpPr>
          <p:cNvPr id="468" name="Google Shape;468;g3491f571337_2_205"/>
          <p:cNvSpPr/>
          <p:nvPr/>
        </p:nvSpPr>
        <p:spPr>
          <a:xfrm>
            <a:off x="743924" y="4703375"/>
            <a:ext cx="9342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Precio Alquiler</a:t>
            </a:r>
            <a:endParaRPr sz="1500"/>
          </a:p>
        </p:txBody>
      </p:sp>
      <p:sp>
        <p:nvSpPr>
          <p:cNvPr id="469" name="Google Shape;469;g3491f571337_2_205"/>
          <p:cNvSpPr/>
          <p:nvPr/>
        </p:nvSpPr>
        <p:spPr>
          <a:xfrm>
            <a:off x="1036425" y="5117525"/>
            <a:ext cx="14364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Caracteristicas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491f571337_2_205"/>
          <p:cNvSpPr/>
          <p:nvPr/>
        </p:nvSpPr>
        <p:spPr>
          <a:xfrm>
            <a:off x="3509475" y="1118875"/>
            <a:ext cx="1436400" cy="542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ID_Actividad</a:t>
            </a:r>
            <a:endParaRPr sz="105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491f571337_2_205"/>
          <p:cNvSpPr/>
          <p:nvPr/>
        </p:nvSpPr>
        <p:spPr>
          <a:xfrm>
            <a:off x="4138225" y="501325"/>
            <a:ext cx="11184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NombreAc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491f571337_2_205"/>
          <p:cNvSpPr/>
          <p:nvPr/>
        </p:nvSpPr>
        <p:spPr>
          <a:xfrm>
            <a:off x="5228466" y="186223"/>
            <a:ext cx="7659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endParaRPr/>
          </a:p>
        </p:txBody>
      </p:sp>
      <p:sp>
        <p:nvSpPr>
          <p:cNvPr id="473" name="Google Shape;473;g3491f571337_2_205"/>
          <p:cNvSpPr/>
          <p:nvPr/>
        </p:nvSpPr>
        <p:spPr>
          <a:xfrm>
            <a:off x="6105312" y="171450"/>
            <a:ext cx="765900" cy="505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rgbClr val="31538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Coste</a:t>
            </a:r>
            <a:endParaRPr/>
          </a:p>
        </p:txBody>
      </p:sp>
      <p:sp>
        <p:nvSpPr>
          <p:cNvPr id="474" name="Google Shape;474;g3491f571337_2_205"/>
          <p:cNvSpPr/>
          <p:nvPr/>
        </p:nvSpPr>
        <p:spPr>
          <a:xfrm>
            <a:off x="9832276" y="334075"/>
            <a:ext cx="10626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NombreAr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491f571337_2_205"/>
          <p:cNvSpPr/>
          <p:nvPr/>
        </p:nvSpPr>
        <p:spPr>
          <a:xfrm>
            <a:off x="10677679" y="808775"/>
            <a:ext cx="11088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Biografia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491f571337_2_205"/>
          <p:cNvSpPr/>
          <p:nvPr/>
        </p:nvSpPr>
        <p:spPr>
          <a:xfrm>
            <a:off x="7962302" y="4740525"/>
            <a:ext cx="11184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Valoracion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491f571337_2_205"/>
          <p:cNvSpPr/>
          <p:nvPr/>
        </p:nvSpPr>
        <p:spPr>
          <a:xfrm>
            <a:off x="9860752" y="3038575"/>
            <a:ext cx="1299600" cy="542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ID_Asistente</a:t>
            </a:r>
            <a:endParaRPr sz="10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491f571337_2_205"/>
          <p:cNvSpPr/>
          <p:nvPr/>
        </p:nvSpPr>
        <p:spPr>
          <a:xfrm>
            <a:off x="10223750" y="4268200"/>
            <a:ext cx="17205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NombreCompletoAs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9" name="Google Shape;479;g3491f571337_2_205"/>
          <p:cNvGrpSpPr/>
          <p:nvPr/>
        </p:nvGrpSpPr>
        <p:grpSpPr>
          <a:xfrm>
            <a:off x="10320732" y="4913455"/>
            <a:ext cx="1299557" cy="664417"/>
            <a:chOff x="9332313" y="1074311"/>
            <a:chExt cx="1028700" cy="601500"/>
          </a:xfrm>
        </p:grpSpPr>
        <p:sp>
          <p:nvSpPr>
            <p:cNvPr id="480" name="Google Shape;480;g3491f571337_2_205"/>
            <p:cNvSpPr/>
            <p:nvPr/>
          </p:nvSpPr>
          <p:spPr>
            <a:xfrm>
              <a:off x="9391803" y="1113010"/>
              <a:ext cx="908100" cy="52710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Telefonos</a:t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g3491f571337_2_205"/>
            <p:cNvSpPr/>
            <p:nvPr/>
          </p:nvSpPr>
          <p:spPr>
            <a:xfrm>
              <a:off x="9332313" y="1074311"/>
              <a:ext cx="1028700" cy="601500"/>
            </a:xfrm>
            <a:prstGeom prst="ellipse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2" name="Google Shape;482;g3491f571337_2_205"/>
          <p:cNvSpPr/>
          <p:nvPr/>
        </p:nvSpPr>
        <p:spPr>
          <a:xfrm>
            <a:off x="10391948" y="3672005"/>
            <a:ext cx="7659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/>
          </a:p>
        </p:txBody>
      </p:sp>
      <p:sp>
        <p:nvSpPr>
          <p:cNvPr id="483" name="Google Shape;483;g3491f571337_2_205"/>
          <p:cNvSpPr/>
          <p:nvPr/>
        </p:nvSpPr>
        <p:spPr>
          <a:xfrm>
            <a:off x="3661424" y="5054155"/>
            <a:ext cx="1062600" cy="542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ID_Evento</a:t>
            </a:r>
            <a:endParaRPr sz="10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491f571337_2_205"/>
          <p:cNvSpPr/>
          <p:nvPr/>
        </p:nvSpPr>
        <p:spPr>
          <a:xfrm>
            <a:off x="3993036" y="5509775"/>
            <a:ext cx="9519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NombreE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491f571337_2_205"/>
          <p:cNvSpPr/>
          <p:nvPr/>
        </p:nvSpPr>
        <p:spPr>
          <a:xfrm>
            <a:off x="4554425" y="5840588"/>
            <a:ext cx="1436400" cy="491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PrecioEntrada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491f571337_2_205"/>
          <p:cNvSpPr/>
          <p:nvPr/>
        </p:nvSpPr>
        <p:spPr>
          <a:xfrm>
            <a:off x="5801799" y="5973256"/>
            <a:ext cx="1118400" cy="491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endParaRPr sz="1000"/>
          </a:p>
        </p:txBody>
      </p:sp>
      <p:sp>
        <p:nvSpPr>
          <p:cNvPr id="487" name="Google Shape;487;g3491f571337_2_205"/>
          <p:cNvSpPr/>
          <p:nvPr/>
        </p:nvSpPr>
        <p:spPr>
          <a:xfrm>
            <a:off x="6862403" y="5861577"/>
            <a:ext cx="1118400" cy="491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Hora</a:t>
            </a:r>
            <a:endParaRPr sz="1000"/>
          </a:p>
        </p:txBody>
      </p:sp>
      <p:sp>
        <p:nvSpPr>
          <p:cNvPr id="488" name="Google Shape;488;g3491f571337_2_205"/>
          <p:cNvSpPr/>
          <p:nvPr/>
        </p:nvSpPr>
        <p:spPr>
          <a:xfrm>
            <a:off x="7665871" y="5597375"/>
            <a:ext cx="12996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Descripcion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491f571337_2_205"/>
          <p:cNvSpPr/>
          <p:nvPr/>
        </p:nvSpPr>
        <p:spPr>
          <a:xfrm>
            <a:off x="8673924" y="288500"/>
            <a:ext cx="11184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ID_Artista</a:t>
            </a:r>
            <a:endParaRPr sz="10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491f571337_2_205"/>
          <p:cNvSpPr/>
          <p:nvPr/>
        </p:nvSpPr>
        <p:spPr>
          <a:xfrm>
            <a:off x="1861500" y="2533375"/>
            <a:ext cx="13530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 _Ubicacion</a:t>
            </a:r>
            <a:endParaRPr sz="10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1" name="Google Shape;491;g3491f571337_2_205"/>
          <p:cNvCxnSpPr>
            <a:stCxn id="490" idx="4"/>
          </p:cNvCxnSpPr>
          <p:nvPr/>
        </p:nvCxnSpPr>
        <p:spPr>
          <a:xfrm flipH="1">
            <a:off x="2468700" y="3038575"/>
            <a:ext cx="69300" cy="956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2" name="Google Shape;492;g3491f571337_2_205"/>
          <p:cNvCxnSpPr/>
          <p:nvPr/>
        </p:nvCxnSpPr>
        <p:spPr>
          <a:xfrm>
            <a:off x="1849718" y="3359060"/>
            <a:ext cx="393600" cy="666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3" name="Google Shape;493;g3491f571337_2_205"/>
          <p:cNvCxnSpPr>
            <a:stCxn id="465" idx="5"/>
          </p:cNvCxnSpPr>
          <p:nvPr/>
        </p:nvCxnSpPr>
        <p:spPr>
          <a:xfrm>
            <a:off x="1680839" y="3758990"/>
            <a:ext cx="540000" cy="368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4" name="Google Shape;494;g3491f571337_2_205"/>
          <p:cNvCxnSpPr>
            <a:stCxn id="466" idx="6"/>
          </p:cNvCxnSpPr>
          <p:nvPr/>
        </p:nvCxnSpPr>
        <p:spPr>
          <a:xfrm>
            <a:off x="1417295" y="4050576"/>
            <a:ext cx="703200" cy="258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5" name="Google Shape;495;g3491f571337_2_205"/>
          <p:cNvCxnSpPr>
            <a:stCxn id="467" idx="6"/>
          </p:cNvCxnSpPr>
          <p:nvPr/>
        </p:nvCxnSpPr>
        <p:spPr>
          <a:xfrm flipH="1" rot="10800000">
            <a:off x="1417300" y="4420040"/>
            <a:ext cx="871200" cy="55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6" name="Google Shape;496;g3491f571337_2_205"/>
          <p:cNvCxnSpPr>
            <a:stCxn id="468" idx="6"/>
          </p:cNvCxnSpPr>
          <p:nvPr/>
        </p:nvCxnSpPr>
        <p:spPr>
          <a:xfrm flipH="1" rot="10800000">
            <a:off x="1678124" y="4538375"/>
            <a:ext cx="619500" cy="41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7" name="Google Shape;497;g3491f571337_2_205"/>
          <p:cNvCxnSpPr/>
          <p:nvPr/>
        </p:nvCxnSpPr>
        <p:spPr>
          <a:xfrm flipH="1" rot="10800000">
            <a:off x="1825076" y="4624104"/>
            <a:ext cx="533100" cy="57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8" name="Google Shape;498;g3491f571337_2_205"/>
          <p:cNvCxnSpPr/>
          <p:nvPr/>
        </p:nvCxnSpPr>
        <p:spPr>
          <a:xfrm>
            <a:off x="4860838" y="1490349"/>
            <a:ext cx="633900" cy="310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g3491f571337_2_205"/>
          <p:cNvCxnSpPr>
            <a:stCxn id="471" idx="5"/>
          </p:cNvCxnSpPr>
          <p:nvPr/>
        </p:nvCxnSpPr>
        <p:spPr>
          <a:xfrm>
            <a:off x="5092839" y="932540"/>
            <a:ext cx="617100" cy="82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0" name="Google Shape;500;g3491f571337_2_205"/>
          <p:cNvCxnSpPr>
            <a:stCxn id="472" idx="4"/>
          </p:cNvCxnSpPr>
          <p:nvPr/>
        </p:nvCxnSpPr>
        <p:spPr>
          <a:xfrm>
            <a:off x="5611416" y="691423"/>
            <a:ext cx="217200" cy="100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1" name="Google Shape;501;g3491f571337_2_205"/>
          <p:cNvCxnSpPr>
            <a:endCxn id="439" idx="0"/>
          </p:cNvCxnSpPr>
          <p:nvPr/>
        </p:nvCxnSpPr>
        <p:spPr>
          <a:xfrm flipH="1">
            <a:off x="6105165" y="522868"/>
            <a:ext cx="292800" cy="107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" name="Google Shape;502;g3491f571337_2_205"/>
          <p:cNvCxnSpPr>
            <a:stCxn id="489" idx="4"/>
            <a:endCxn id="458" idx="0"/>
          </p:cNvCxnSpPr>
          <p:nvPr/>
        </p:nvCxnSpPr>
        <p:spPr>
          <a:xfrm>
            <a:off x="9233124" y="793700"/>
            <a:ext cx="218700" cy="76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" name="Google Shape;503;g3491f571337_2_205"/>
          <p:cNvCxnSpPr>
            <a:stCxn id="474" idx="4"/>
          </p:cNvCxnSpPr>
          <p:nvPr/>
        </p:nvCxnSpPr>
        <p:spPr>
          <a:xfrm flipH="1">
            <a:off x="9893476" y="839275"/>
            <a:ext cx="470100" cy="753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" name="Google Shape;504;g3491f571337_2_205"/>
          <p:cNvCxnSpPr>
            <a:stCxn id="475" idx="3"/>
            <a:endCxn id="458" idx="3"/>
          </p:cNvCxnSpPr>
          <p:nvPr/>
        </p:nvCxnSpPr>
        <p:spPr>
          <a:xfrm flipH="1">
            <a:off x="10051659" y="1239990"/>
            <a:ext cx="788400" cy="624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5" name="Google Shape;505;g3491f571337_2_205"/>
          <p:cNvCxnSpPr/>
          <p:nvPr/>
        </p:nvCxnSpPr>
        <p:spPr>
          <a:xfrm flipH="1">
            <a:off x="9832263" y="3533916"/>
            <a:ext cx="265200" cy="474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6" name="Google Shape;506;g3491f571337_2_205"/>
          <p:cNvCxnSpPr>
            <a:stCxn id="482" idx="3"/>
            <a:endCxn id="452" idx="3"/>
          </p:cNvCxnSpPr>
          <p:nvPr/>
        </p:nvCxnSpPr>
        <p:spPr>
          <a:xfrm flipH="1">
            <a:off x="10051711" y="4103220"/>
            <a:ext cx="452400" cy="213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7" name="Google Shape;507;g3491f571337_2_205"/>
          <p:cNvCxnSpPr>
            <a:stCxn id="478" idx="2"/>
          </p:cNvCxnSpPr>
          <p:nvPr/>
        </p:nvCxnSpPr>
        <p:spPr>
          <a:xfrm rot="10800000">
            <a:off x="9861050" y="4494700"/>
            <a:ext cx="362700" cy="26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8" name="Google Shape;508;g3491f571337_2_205"/>
          <p:cNvCxnSpPr/>
          <p:nvPr/>
        </p:nvCxnSpPr>
        <p:spPr>
          <a:xfrm>
            <a:off x="8084509" y="4507749"/>
            <a:ext cx="205800" cy="23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9" name="Google Shape;509;g3491f571337_2_205"/>
          <p:cNvCxnSpPr>
            <a:endCxn id="481" idx="1"/>
          </p:cNvCxnSpPr>
          <p:nvPr/>
        </p:nvCxnSpPr>
        <p:spPr>
          <a:xfrm>
            <a:off x="9860648" y="4600057"/>
            <a:ext cx="650400" cy="41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0" name="Google Shape;510;g3491f571337_2_205"/>
          <p:cNvCxnSpPr>
            <a:stCxn id="449" idx="3"/>
            <a:endCxn id="483" idx="7"/>
          </p:cNvCxnSpPr>
          <p:nvPr/>
        </p:nvCxnSpPr>
        <p:spPr>
          <a:xfrm flipH="1">
            <a:off x="4568346" y="4568075"/>
            <a:ext cx="984000" cy="565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1" name="Google Shape;511;g3491f571337_2_205"/>
          <p:cNvCxnSpPr>
            <a:endCxn id="484" idx="7"/>
          </p:cNvCxnSpPr>
          <p:nvPr/>
        </p:nvCxnSpPr>
        <p:spPr>
          <a:xfrm flipH="1">
            <a:off x="4805534" y="4627360"/>
            <a:ext cx="934200" cy="956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2" name="Google Shape;512;g3491f571337_2_205"/>
          <p:cNvCxnSpPr/>
          <p:nvPr/>
        </p:nvCxnSpPr>
        <p:spPr>
          <a:xfrm flipH="1">
            <a:off x="5236665" y="4629543"/>
            <a:ext cx="639900" cy="134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3" name="Google Shape;513;g3491f571337_2_205"/>
          <p:cNvCxnSpPr>
            <a:stCxn id="441" idx="2"/>
            <a:endCxn id="486" idx="0"/>
          </p:cNvCxnSpPr>
          <p:nvPr/>
        </p:nvCxnSpPr>
        <p:spPr>
          <a:xfrm>
            <a:off x="6105165" y="4629543"/>
            <a:ext cx="255900" cy="134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4" name="Google Shape;514;g3491f571337_2_205"/>
          <p:cNvCxnSpPr>
            <a:endCxn id="487" idx="0"/>
          </p:cNvCxnSpPr>
          <p:nvPr/>
        </p:nvCxnSpPr>
        <p:spPr>
          <a:xfrm>
            <a:off x="6235103" y="4574877"/>
            <a:ext cx="1186500" cy="128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5" name="Google Shape;515;g3491f571337_2_205"/>
          <p:cNvCxnSpPr/>
          <p:nvPr/>
        </p:nvCxnSpPr>
        <p:spPr>
          <a:xfrm>
            <a:off x="6465121" y="4624775"/>
            <a:ext cx="1720500" cy="1045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6" name="Google Shape;516;g3491f571337_2_205"/>
          <p:cNvSpPr/>
          <p:nvPr/>
        </p:nvSpPr>
        <p:spPr>
          <a:xfrm>
            <a:off x="5744400" y="6576034"/>
            <a:ext cx="703200" cy="179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7" name="Google Shape;517;g3491f571337_2_205"/>
          <p:cNvSpPr/>
          <p:nvPr/>
        </p:nvSpPr>
        <p:spPr>
          <a:xfrm>
            <a:off x="5744400" y="8450"/>
            <a:ext cx="765900" cy="155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8" name="Google Shape;518;g3491f571337_2_205"/>
          <p:cNvSpPr/>
          <p:nvPr/>
        </p:nvSpPr>
        <p:spPr>
          <a:xfrm>
            <a:off x="7856679" y="2302575"/>
            <a:ext cx="1108800" cy="505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g3491f571337_2_205"/>
          <p:cNvCxnSpPr/>
          <p:nvPr/>
        </p:nvCxnSpPr>
        <p:spPr>
          <a:xfrm>
            <a:off x="8071404" y="2029975"/>
            <a:ext cx="169500" cy="272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2025-04-01T13:05:13Z</dcterms:created>
  <dc:creator>Carrera Pintor, David (external) [ES]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7f3111be-8573-4523-b8c4-872f67404740</vt:lpwstr>
  </property>
  <property fmtid="{D5CDD505-2E9C-101B-9397-08002B2CF9AE}" pid="3" name="L">
    <vt:lpwstr>XXPRI</vt:lpwstr>
  </property>
  <property fmtid="{D5CDD505-2E9C-101B-9397-08002B2CF9AE}" pid="10" name="STAMP">
    <vt:lpwstr>NO</vt:lpwstr>
  </property>
  <property fmtid="{D5CDD505-2E9C-101B-9397-08002B2CF9AE}" pid="11" name="EC">
    <vt:lpwstr/>
  </property>
  <property fmtid="{D5CDD505-2E9C-101B-9397-08002B2CF9AE}" pid="12" name="ECCC">
    <vt:lpwstr/>
  </property>
  <property fmtid="{D5CDD505-2E9C-101B-9397-08002B2CF9AE}" pid="13" name="CLCN">
    <vt:lpwstr/>
  </property>
  <property fmtid="{D5CDD505-2E9C-101B-9397-08002B2CF9AE}" pid="14" name="CLCI">
    <vt:lpwstr/>
  </property>
  <property fmtid="{D5CDD505-2E9C-101B-9397-08002B2CF9AE}" pid="15" name="GDD">
    <vt:lpwstr/>
  </property>
  <property fmtid="{D5CDD505-2E9C-101B-9397-08002B2CF9AE}" pid="16" name="GDDD">
    <vt:lpwstr/>
  </property>
</Properties>
</file>